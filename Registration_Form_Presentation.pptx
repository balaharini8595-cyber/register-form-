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Registration 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HTML Form Design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Form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Registration Form</a:t>
            </a:r>
          </a:p>
          <a:p>
            <a:r>
              <a:t>Used to collect user details using HTML form elements.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 Fields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Text – Full Name</a:t>
            </a:r>
          </a:p>
          <a:p>
            <a:r>
              <a:t>• Email – Email Address</a:t>
            </a:r>
          </a:p>
          <a:p>
            <a:r>
              <a:t>• Password – Password</a:t>
            </a:r>
          </a:p>
          <a:p>
            <a:r>
              <a:t>• Number – Phone Number</a:t>
            </a:r>
          </a:p>
          <a:p>
            <a:r>
              <a:t>• Date – Date of Birth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Gender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Radio Buttons are used:</a:t>
            </a:r>
          </a:p>
          <a:p>
            <a:r>
              <a:t>• Male</a:t>
            </a:r>
          </a:p>
          <a:p>
            <a:r>
              <a:t>• Female</a:t>
            </a:r>
          </a:p>
          <a:p>
            <a:r>
              <a:t>• Other</a:t>
            </a:r>
          </a:p>
          <a:p>
            <a:r>
              <a:t>Only one option can be selected.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Course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Drop-down list (Select tag):</a:t>
            </a:r>
          </a:p>
          <a:p>
            <a:r>
              <a:t>• HTML</a:t>
            </a:r>
          </a:p>
          <a:p>
            <a:r>
              <a:t>• CSS</a:t>
            </a:r>
          </a:p>
          <a:p>
            <a:r>
              <a:t>• JavaScript</a:t>
            </a:r>
          </a:p>
          <a:p>
            <a:r>
              <a:t>• Java Programming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Form Buttons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Submit Button – Register</a:t>
            </a:r>
          </a:p>
          <a:p>
            <a:r>
              <a:t>Reset Button – Clear the form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registration form demonstrates the use of basic HTML form elements.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